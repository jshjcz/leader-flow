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62" r:id="rId6"/>
    <p:sldId id="261" r:id="rId7"/>
    <p:sldId id="260" r:id="rId8"/>
  </p:sldIdLst>
  <p:sldSz cx="4676775" cy="4676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77" autoAdjust="0"/>
    <p:restoredTop sz="94660"/>
  </p:normalViewPr>
  <p:slideViewPr>
    <p:cSldViewPr snapToGrid="0">
      <p:cViewPr>
        <p:scale>
          <a:sx n="99" d="100"/>
          <a:sy n="99" d="100"/>
        </p:scale>
        <p:origin x="2592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38162-E9CD-4763-8328-3FF0ABB75B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B8572-7D07-4903-B86A-254451F366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1pPr>
    <a:lvl2pPr marL="224155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2pPr>
    <a:lvl3pPr marL="448945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3pPr>
    <a:lvl4pPr marL="673100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4pPr>
    <a:lvl5pPr marL="897255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5pPr>
    <a:lvl6pPr marL="1122045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6pPr>
    <a:lvl7pPr marL="1346200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7pPr>
    <a:lvl8pPr marL="1570990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8pPr>
    <a:lvl9pPr marL="1795145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1B8572-7D07-4903-B86A-254451F366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1B8572-7D07-4903-B86A-254451F366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1B8572-7D07-4903-B86A-254451F366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1B8572-7D07-4903-B86A-254451F366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1B8572-7D07-4903-B86A-254451F366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758" y="765389"/>
            <a:ext cx="3975259" cy="1628211"/>
          </a:xfrm>
        </p:spPr>
        <p:txBody>
          <a:bodyPr anchor="b"/>
          <a:lstStyle>
            <a:lvl1pPr algn="ctr">
              <a:defRPr sz="30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597" y="2456390"/>
            <a:ext cx="3507581" cy="1129138"/>
          </a:xfrm>
        </p:spPr>
        <p:txBody>
          <a:bodyPr/>
          <a:lstStyle>
            <a:lvl1pPr marL="0" indent="0" algn="ctr">
              <a:buNone/>
              <a:defRPr sz="1230"/>
            </a:lvl1pPr>
            <a:lvl2pPr marL="233680" indent="0" algn="ctr">
              <a:buNone/>
              <a:defRPr sz="1025"/>
            </a:lvl2pPr>
            <a:lvl3pPr marL="467995" indent="0" algn="ctr">
              <a:buNone/>
              <a:defRPr sz="920"/>
            </a:lvl3pPr>
            <a:lvl4pPr marL="701675" indent="0" algn="ctr">
              <a:buNone/>
              <a:defRPr sz="820"/>
            </a:lvl4pPr>
            <a:lvl5pPr marL="935355" indent="0" algn="ctr">
              <a:buNone/>
              <a:defRPr sz="820"/>
            </a:lvl5pPr>
            <a:lvl6pPr marL="1169035" indent="0" algn="ctr">
              <a:buNone/>
              <a:defRPr sz="820"/>
            </a:lvl6pPr>
            <a:lvl7pPr marL="1403350" indent="0" algn="ctr">
              <a:buNone/>
              <a:defRPr sz="820"/>
            </a:lvl7pPr>
            <a:lvl8pPr marL="1637030" indent="0" algn="ctr">
              <a:buNone/>
              <a:defRPr sz="820"/>
            </a:lvl8pPr>
            <a:lvl9pPr marL="1870710" indent="0" algn="ctr">
              <a:buNone/>
              <a:defRPr sz="8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DD1E-BBF3-47CA-89DC-0962AA3BE9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1D41-BDB7-4643-8066-03FE337C8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DD1E-BBF3-47CA-89DC-0962AA3BE9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1D41-BDB7-4643-8066-03FE337C8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093" y="1165947"/>
            <a:ext cx="4033718" cy="1945408"/>
          </a:xfrm>
        </p:spPr>
        <p:txBody>
          <a:bodyPr anchor="b"/>
          <a:lstStyle>
            <a:lvl1pPr>
              <a:defRPr sz="30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19093" y="3129760"/>
            <a:ext cx="4033718" cy="1023044"/>
          </a:xfrm>
        </p:spPr>
        <p:txBody>
          <a:bodyPr/>
          <a:lstStyle>
            <a:lvl1pPr marL="0" indent="0">
              <a:buNone/>
              <a:defRPr sz="1230">
                <a:solidFill>
                  <a:schemeClr val="tx1"/>
                </a:solidFill>
              </a:defRPr>
            </a:lvl1pPr>
            <a:lvl2pPr marL="233680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2pPr>
            <a:lvl3pPr marL="46799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3pPr>
            <a:lvl4pPr marL="70167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4pPr>
            <a:lvl5pPr marL="93535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5pPr>
            <a:lvl6pPr marL="116903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6pPr>
            <a:lvl7pPr marL="140335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7pPr>
            <a:lvl8pPr marL="163703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8pPr>
            <a:lvl9pPr marL="187071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DD1E-BBF3-47CA-89DC-0962AA3BE9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1D41-BDB7-4643-8066-03FE337C8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21528" y="1244975"/>
            <a:ext cx="1987629" cy="296737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367618" y="1244975"/>
            <a:ext cx="1987629" cy="296737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DD1E-BBF3-47CA-89DC-0962AA3BE9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1D41-BDB7-4643-8066-03FE337C8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138" y="248996"/>
            <a:ext cx="4033718" cy="9039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22138" y="1146460"/>
            <a:ext cx="1978495" cy="561862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3680" indent="0">
              <a:buNone/>
              <a:defRPr sz="1025" b="1"/>
            </a:lvl2pPr>
            <a:lvl3pPr marL="467995" indent="0">
              <a:buNone/>
              <a:defRPr sz="920" b="1"/>
            </a:lvl3pPr>
            <a:lvl4pPr marL="701675" indent="0">
              <a:buNone/>
              <a:defRPr sz="820" b="1"/>
            </a:lvl4pPr>
            <a:lvl5pPr marL="935355" indent="0">
              <a:buNone/>
              <a:defRPr sz="820" b="1"/>
            </a:lvl5pPr>
            <a:lvl6pPr marL="1169035" indent="0">
              <a:buNone/>
              <a:defRPr sz="820" b="1"/>
            </a:lvl6pPr>
            <a:lvl7pPr marL="1403350" indent="0">
              <a:buNone/>
              <a:defRPr sz="820" b="1"/>
            </a:lvl7pPr>
            <a:lvl8pPr marL="1637030" indent="0">
              <a:buNone/>
              <a:defRPr sz="820" b="1"/>
            </a:lvl8pPr>
            <a:lvl9pPr marL="1870710" indent="0">
              <a:buNone/>
              <a:defRPr sz="82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2138" y="1708322"/>
            <a:ext cx="1978495" cy="251268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2367617" y="1146460"/>
            <a:ext cx="1988239" cy="561862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3680" indent="0">
              <a:buNone/>
              <a:defRPr sz="1025" b="1"/>
            </a:lvl2pPr>
            <a:lvl3pPr marL="467995" indent="0">
              <a:buNone/>
              <a:defRPr sz="920" b="1"/>
            </a:lvl3pPr>
            <a:lvl4pPr marL="701675" indent="0">
              <a:buNone/>
              <a:defRPr sz="820" b="1"/>
            </a:lvl4pPr>
            <a:lvl5pPr marL="935355" indent="0">
              <a:buNone/>
              <a:defRPr sz="820" b="1"/>
            </a:lvl5pPr>
            <a:lvl6pPr marL="1169035" indent="0">
              <a:buNone/>
              <a:defRPr sz="820" b="1"/>
            </a:lvl6pPr>
            <a:lvl7pPr marL="1403350" indent="0">
              <a:buNone/>
              <a:defRPr sz="820" b="1"/>
            </a:lvl7pPr>
            <a:lvl8pPr marL="1637030" indent="0">
              <a:buNone/>
              <a:defRPr sz="820" b="1"/>
            </a:lvl8pPr>
            <a:lvl9pPr marL="1870710" indent="0">
              <a:buNone/>
              <a:defRPr sz="82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2367617" y="1708322"/>
            <a:ext cx="1988239" cy="251268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DD1E-BBF3-47CA-89DC-0962AA3BE9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1D41-BDB7-4643-8066-03FE337C8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DD1E-BBF3-47CA-89DC-0962AA3BE9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1D41-BDB7-4643-8066-03FE337C8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DD1E-BBF3-47CA-89DC-0962AA3BE9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1D41-BDB7-4643-8066-03FE337C8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137" y="311785"/>
            <a:ext cx="1508382" cy="1091248"/>
          </a:xfrm>
        </p:spPr>
        <p:txBody>
          <a:bodyPr anchor="b"/>
          <a:lstStyle>
            <a:lvl1pPr>
              <a:defRPr sz="16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88239" y="673370"/>
            <a:ext cx="2367617" cy="3323541"/>
          </a:xfrm>
        </p:spPr>
        <p:txBody>
          <a:bodyPr/>
          <a:lstStyle>
            <a:lvl1pPr>
              <a:defRPr sz="1635"/>
            </a:lvl1pPr>
            <a:lvl2pPr>
              <a:defRPr sz="1430"/>
            </a:lvl2pPr>
            <a:lvl3pPr>
              <a:defRPr sz="1230"/>
            </a:lvl3pPr>
            <a:lvl4pPr>
              <a:defRPr sz="1025"/>
            </a:lvl4pPr>
            <a:lvl5pPr>
              <a:defRPr sz="1025"/>
            </a:lvl5pPr>
            <a:lvl6pPr>
              <a:defRPr sz="1025"/>
            </a:lvl6pPr>
            <a:lvl7pPr>
              <a:defRPr sz="1025"/>
            </a:lvl7pPr>
            <a:lvl8pPr>
              <a:defRPr sz="1025"/>
            </a:lvl8pPr>
            <a:lvl9pPr>
              <a:defRPr sz="1025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22137" y="1403033"/>
            <a:ext cx="1508382" cy="2599291"/>
          </a:xfrm>
        </p:spPr>
        <p:txBody>
          <a:bodyPr/>
          <a:lstStyle>
            <a:lvl1pPr marL="0" indent="0">
              <a:buNone/>
              <a:defRPr sz="820"/>
            </a:lvl1pPr>
            <a:lvl2pPr marL="233680" indent="0">
              <a:buNone/>
              <a:defRPr sz="715"/>
            </a:lvl2pPr>
            <a:lvl3pPr marL="467995" indent="0">
              <a:buNone/>
              <a:defRPr sz="615"/>
            </a:lvl3pPr>
            <a:lvl4pPr marL="701675" indent="0">
              <a:buNone/>
              <a:defRPr sz="510"/>
            </a:lvl4pPr>
            <a:lvl5pPr marL="935355" indent="0">
              <a:buNone/>
              <a:defRPr sz="510"/>
            </a:lvl5pPr>
            <a:lvl6pPr marL="1169035" indent="0">
              <a:buNone/>
              <a:defRPr sz="510"/>
            </a:lvl6pPr>
            <a:lvl7pPr marL="1403350" indent="0">
              <a:buNone/>
              <a:defRPr sz="510"/>
            </a:lvl7pPr>
            <a:lvl8pPr marL="1637030" indent="0">
              <a:buNone/>
              <a:defRPr sz="510"/>
            </a:lvl8pPr>
            <a:lvl9pPr marL="1870710" indent="0">
              <a:buNone/>
              <a:defRPr sz="51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DD1E-BBF3-47CA-89DC-0962AA3BE9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1D41-BDB7-4643-8066-03FE337C8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137" y="311785"/>
            <a:ext cx="1508382" cy="1091248"/>
          </a:xfrm>
        </p:spPr>
        <p:txBody>
          <a:bodyPr anchor="b"/>
          <a:lstStyle>
            <a:lvl1pPr>
              <a:defRPr sz="16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88239" y="673370"/>
            <a:ext cx="2367617" cy="3323541"/>
          </a:xfrm>
        </p:spPr>
        <p:txBody>
          <a:bodyPr anchor="t"/>
          <a:lstStyle>
            <a:lvl1pPr marL="0" indent="0">
              <a:buNone/>
              <a:defRPr sz="1635"/>
            </a:lvl1pPr>
            <a:lvl2pPr marL="233680" indent="0">
              <a:buNone/>
              <a:defRPr sz="1430"/>
            </a:lvl2pPr>
            <a:lvl3pPr marL="467995" indent="0">
              <a:buNone/>
              <a:defRPr sz="1230"/>
            </a:lvl3pPr>
            <a:lvl4pPr marL="701675" indent="0">
              <a:buNone/>
              <a:defRPr sz="1025"/>
            </a:lvl4pPr>
            <a:lvl5pPr marL="935355" indent="0">
              <a:buNone/>
              <a:defRPr sz="1025"/>
            </a:lvl5pPr>
            <a:lvl6pPr marL="1169035" indent="0">
              <a:buNone/>
              <a:defRPr sz="1025"/>
            </a:lvl6pPr>
            <a:lvl7pPr marL="1403350" indent="0">
              <a:buNone/>
              <a:defRPr sz="1025"/>
            </a:lvl7pPr>
            <a:lvl8pPr marL="1637030" indent="0">
              <a:buNone/>
              <a:defRPr sz="1025"/>
            </a:lvl8pPr>
            <a:lvl9pPr marL="1870710" indent="0">
              <a:buNone/>
              <a:defRPr sz="102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22137" y="1403033"/>
            <a:ext cx="1508382" cy="2599291"/>
          </a:xfrm>
        </p:spPr>
        <p:txBody>
          <a:bodyPr/>
          <a:lstStyle>
            <a:lvl1pPr marL="0" indent="0">
              <a:buNone/>
              <a:defRPr sz="820"/>
            </a:lvl1pPr>
            <a:lvl2pPr marL="233680" indent="0">
              <a:buNone/>
              <a:defRPr sz="715"/>
            </a:lvl2pPr>
            <a:lvl3pPr marL="467995" indent="0">
              <a:buNone/>
              <a:defRPr sz="615"/>
            </a:lvl3pPr>
            <a:lvl4pPr marL="701675" indent="0">
              <a:buNone/>
              <a:defRPr sz="510"/>
            </a:lvl4pPr>
            <a:lvl5pPr marL="935355" indent="0">
              <a:buNone/>
              <a:defRPr sz="510"/>
            </a:lvl5pPr>
            <a:lvl6pPr marL="1169035" indent="0">
              <a:buNone/>
              <a:defRPr sz="510"/>
            </a:lvl6pPr>
            <a:lvl7pPr marL="1403350" indent="0">
              <a:buNone/>
              <a:defRPr sz="510"/>
            </a:lvl7pPr>
            <a:lvl8pPr marL="1637030" indent="0">
              <a:buNone/>
              <a:defRPr sz="510"/>
            </a:lvl8pPr>
            <a:lvl9pPr marL="1870710" indent="0">
              <a:buNone/>
              <a:defRPr sz="51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DD1E-BBF3-47CA-89DC-0962AA3BE9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1D41-BDB7-4643-8066-03FE337C8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DD1E-BBF3-47CA-89DC-0962AA3BE9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1D41-BDB7-4643-8066-03FE337C8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46817" y="248995"/>
            <a:ext cx="1008430" cy="39633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321529" y="248995"/>
            <a:ext cx="2966829" cy="3963351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DD1E-BBF3-47CA-89DC-0962AA3BE9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81D41-BDB7-4643-8066-03FE337C8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1529" y="248996"/>
            <a:ext cx="4033718" cy="903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529" y="1244975"/>
            <a:ext cx="4033718" cy="2967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1528" y="4334679"/>
            <a:ext cx="1052274" cy="2489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BDD1E-BBF3-47CA-89DC-0962AA3BE9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9182" y="4334679"/>
            <a:ext cx="1578412" cy="2489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02973" y="4334679"/>
            <a:ext cx="1052274" cy="2489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81D41-BDB7-4643-8066-03FE337C8D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67995" rtl="0" eaLnBrk="1" latinLnBrk="0" hangingPunct="1">
        <a:lnSpc>
          <a:spcPct val="90000"/>
        </a:lnSpc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840" indent="-116840" algn="l" defTabSz="467995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430" kern="1200">
          <a:solidFill>
            <a:schemeClr val="tx1"/>
          </a:solidFill>
          <a:latin typeface="+mn-lt"/>
          <a:ea typeface="+mn-ea"/>
          <a:cs typeface="+mn-cs"/>
        </a:defRPr>
      </a:lvl1pPr>
      <a:lvl2pPr marL="35052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2pPr>
      <a:lvl3pPr marL="58483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025" kern="1200">
          <a:solidFill>
            <a:schemeClr val="tx1"/>
          </a:solidFill>
          <a:latin typeface="+mn-lt"/>
          <a:ea typeface="+mn-ea"/>
          <a:cs typeface="+mn-cs"/>
        </a:defRPr>
      </a:lvl3pPr>
      <a:lvl4pPr marL="81851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105219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28651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52019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75387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98755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1pPr>
      <a:lvl2pPr marL="23368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2pPr>
      <a:lvl3pPr marL="46799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3pPr>
      <a:lvl4pPr marL="70167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93535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16903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40335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63703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87071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" y="-162560"/>
            <a:ext cx="3531870" cy="48399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0"/>
            <a:ext cx="4675245" cy="46752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" y="1530"/>
            <a:ext cx="4675245" cy="46752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" y="1530"/>
            <a:ext cx="4675245" cy="46752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" y="1530"/>
            <a:ext cx="4675245" cy="4675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" y="1530"/>
            <a:ext cx="4675245" cy="46752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WPS 演示</Application>
  <PresentationFormat>自定义</PresentationFormat>
  <Paragraphs>0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等线 Light</vt:lpstr>
      <vt:lpstr>Calibri Light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郭淑敏2</dc:creator>
  <cp:lastModifiedBy>長須鯨司</cp:lastModifiedBy>
  <cp:revision>7</cp:revision>
  <dcterms:created xsi:type="dcterms:W3CDTF">2026-01-16T09:02:00Z</dcterms:created>
  <dcterms:modified xsi:type="dcterms:W3CDTF">2026-05-19T02:32:16Z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183C3B840C204EE6AAE261BA44CCF6F0_12</vt:lpwstr>
  </property>
</Properties>
</file>