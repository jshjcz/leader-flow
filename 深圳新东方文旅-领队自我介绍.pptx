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0" r:id="rId3"/>
    <p:sldId id="269" r:id="rId4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7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B4"/>
    <a:srgbClr val="3088C2"/>
    <a:srgbClr val="0071BC"/>
    <a:srgbClr val="92B2C5"/>
    <a:srgbClr val="CADBE6"/>
    <a:srgbClr val="D6E8F2"/>
    <a:srgbClr val="13384B"/>
    <a:srgbClr val="185670"/>
    <a:srgbClr val="11627C"/>
    <a:srgbClr val="133A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77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5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5650" y="352425"/>
            <a:ext cx="44583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/>
              <a:t>港澳微留学</a:t>
            </a:r>
            <a:r>
              <a:rPr lang="en-US" altLang="zh-CN" sz="2500" b="1"/>
              <a:t>5</a:t>
            </a:r>
            <a:r>
              <a:rPr lang="zh-CN" altLang="en-US" sz="2500" b="1"/>
              <a:t>大名校访学</a:t>
            </a:r>
            <a:endParaRPr lang="zh-CN" altLang="en-US" sz="2500" b="1"/>
          </a:p>
        </p:txBody>
      </p:sp>
      <p:sp>
        <p:nvSpPr>
          <p:cNvPr id="5" name="矩形 4"/>
          <p:cNvSpPr/>
          <p:nvPr/>
        </p:nvSpPr>
        <p:spPr>
          <a:xfrm>
            <a:off x="618490" y="447040"/>
            <a:ext cx="76200" cy="289560"/>
          </a:xfrm>
          <a:prstGeom prst="rect">
            <a:avLst/>
          </a:prstGeom>
          <a:solidFill>
            <a:srgbClr val="006CB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itle 3"/>
          <p:cNvSpPr txBox="1"/>
          <p:nvPr/>
        </p:nvSpPr>
        <p:spPr>
          <a:xfrm>
            <a:off x="8122920" y="1185545"/>
            <a:ext cx="4239260" cy="1249680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i="0" kern="1200" spc="-1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en-US" altLang="zh-CN" sz="6000">
                <a:solidFill>
                  <a:srgbClr val="0068FF"/>
                </a:solidFill>
                <a:latin typeface="Impact" panose="020B0806030902050204" pitchFamily="34" charset="0"/>
              </a:rPr>
              <a:t>WHO  AM I ?</a:t>
            </a:r>
            <a:endParaRPr lang="en-US" sz="6000" dirty="0">
              <a:solidFill>
                <a:srgbClr val="0068FF"/>
              </a:solidFill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100" y="2752790"/>
            <a:ext cx="1025180" cy="2281970"/>
          </a:xfrm>
          <a:prstGeom prst="rect">
            <a:avLst/>
          </a:prstGeom>
          <a:solidFill>
            <a:srgbClr val="0058F7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en-US" sz="1400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8" name="Freeform 35"/>
          <p:cNvSpPr/>
          <p:nvPr/>
        </p:nvSpPr>
        <p:spPr bwMode="auto">
          <a:xfrm>
            <a:off x="363956" y="3894017"/>
            <a:ext cx="306387" cy="247432"/>
          </a:xfrm>
          <a:custGeom>
            <a:avLst/>
            <a:gdLst>
              <a:gd name="T0" fmla="*/ 159 w 160"/>
              <a:gd name="T1" fmla="*/ 66 h 128"/>
              <a:gd name="T2" fmla="*/ 98 w 160"/>
              <a:gd name="T3" fmla="*/ 127 h 128"/>
              <a:gd name="T4" fmla="*/ 96 w 160"/>
              <a:gd name="T5" fmla="*/ 128 h 128"/>
              <a:gd name="T6" fmla="*/ 94 w 160"/>
              <a:gd name="T7" fmla="*/ 127 h 128"/>
              <a:gd name="T8" fmla="*/ 94 w 160"/>
              <a:gd name="T9" fmla="*/ 124 h 128"/>
              <a:gd name="T10" fmla="*/ 152 w 160"/>
              <a:gd name="T11" fmla="*/ 66 h 128"/>
              <a:gd name="T12" fmla="*/ 2 w 160"/>
              <a:gd name="T13" fmla="*/ 66 h 128"/>
              <a:gd name="T14" fmla="*/ 0 w 160"/>
              <a:gd name="T15" fmla="*/ 64 h 128"/>
              <a:gd name="T16" fmla="*/ 2 w 160"/>
              <a:gd name="T17" fmla="*/ 61 h 128"/>
              <a:gd name="T18" fmla="*/ 152 w 160"/>
              <a:gd name="T19" fmla="*/ 61 h 128"/>
              <a:gd name="T20" fmla="*/ 94 w 160"/>
              <a:gd name="T21" fmla="*/ 4 h 128"/>
              <a:gd name="T22" fmla="*/ 94 w 160"/>
              <a:gd name="T23" fmla="*/ 1 h 128"/>
              <a:gd name="T24" fmla="*/ 98 w 160"/>
              <a:gd name="T25" fmla="*/ 1 h 128"/>
              <a:gd name="T26" fmla="*/ 159 w 160"/>
              <a:gd name="T27" fmla="*/ 62 h 128"/>
              <a:gd name="T28" fmla="*/ 160 w 160"/>
              <a:gd name="T29" fmla="*/ 63 h 128"/>
              <a:gd name="T30" fmla="*/ 160 w 160"/>
              <a:gd name="T31" fmla="*/ 63 h 128"/>
              <a:gd name="T32" fmla="*/ 160 w 160"/>
              <a:gd name="T33" fmla="*/ 63 h 128"/>
              <a:gd name="T34" fmla="*/ 160 w 160"/>
              <a:gd name="T35" fmla="*/ 64 h 128"/>
              <a:gd name="T36" fmla="*/ 159 w 160"/>
              <a:gd name="T37" fmla="*/ 6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0" h="128">
                <a:moveTo>
                  <a:pt x="159" y="66"/>
                </a:moveTo>
                <a:cubicBezTo>
                  <a:pt x="98" y="127"/>
                  <a:pt x="98" y="127"/>
                  <a:pt x="98" y="127"/>
                </a:cubicBezTo>
                <a:cubicBezTo>
                  <a:pt x="97" y="128"/>
                  <a:pt x="97" y="128"/>
                  <a:pt x="96" y="128"/>
                </a:cubicBezTo>
                <a:cubicBezTo>
                  <a:pt x="95" y="128"/>
                  <a:pt x="95" y="128"/>
                  <a:pt x="94" y="127"/>
                </a:cubicBezTo>
                <a:cubicBezTo>
                  <a:pt x="93" y="126"/>
                  <a:pt x="93" y="125"/>
                  <a:pt x="94" y="124"/>
                </a:cubicBezTo>
                <a:cubicBezTo>
                  <a:pt x="152" y="66"/>
                  <a:pt x="152" y="66"/>
                  <a:pt x="152" y="66"/>
                </a:cubicBezTo>
                <a:cubicBezTo>
                  <a:pt x="2" y="66"/>
                  <a:pt x="2" y="66"/>
                  <a:pt x="2" y="66"/>
                </a:cubicBezTo>
                <a:cubicBezTo>
                  <a:pt x="1" y="66"/>
                  <a:pt x="0" y="65"/>
                  <a:pt x="0" y="64"/>
                </a:cubicBezTo>
                <a:cubicBezTo>
                  <a:pt x="0" y="63"/>
                  <a:pt x="1" y="61"/>
                  <a:pt x="2" y="61"/>
                </a:cubicBezTo>
                <a:cubicBezTo>
                  <a:pt x="152" y="61"/>
                  <a:pt x="152" y="61"/>
                  <a:pt x="152" y="61"/>
                </a:cubicBezTo>
                <a:cubicBezTo>
                  <a:pt x="94" y="4"/>
                  <a:pt x="94" y="4"/>
                  <a:pt x="94" y="4"/>
                </a:cubicBezTo>
                <a:cubicBezTo>
                  <a:pt x="93" y="3"/>
                  <a:pt x="93" y="2"/>
                  <a:pt x="94" y="1"/>
                </a:cubicBezTo>
                <a:cubicBezTo>
                  <a:pt x="95" y="0"/>
                  <a:pt x="97" y="0"/>
                  <a:pt x="98" y="1"/>
                </a:cubicBezTo>
                <a:cubicBezTo>
                  <a:pt x="159" y="62"/>
                  <a:pt x="159" y="62"/>
                  <a:pt x="159" y="62"/>
                </a:cubicBezTo>
                <a:cubicBezTo>
                  <a:pt x="159" y="62"/>
                  <a:pt x="160" y="62"/>
                  <a:pt x="160" y="63"/>
                </a:cubicBezTo>
                <a:cubicBezTo>
                  <a:pt x="160" y="63"/>
                  <a:pt x="160" y="63"/>
                  <a:pt x="160" y="63"/>
                </a:cubicBezTo>
                <a:cubicBezTo>
                  <a:pt x="160" y="63"/>
                  <a:pt x="160" y="63"/>
                  <a:pt x="160" y="63"/>
                </a:cubicBezTo>
                <a:cubicBezTo>
                  <a:pt x="160" y="64"/>
                  <a:pt x="160" y="64"/>
                  <a:pt x="160" y="64"/>
                </a:cubicBezTo>
                <a:cubicBezTo>
                  <a:pt x="160" y="65"/>
                  <a:pt x="160" y="65"/>
                  <a:pt x="159" y="66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35570" y="2435225"/>
            <a:ext cx="4160520" cy="28613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>
              <a:lnSpc>
                <a:spcPct val="150000"/>
              </a:lnSpc>
            </a:pPr>
            <a:r>
              <a:rPr 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江湖人称：仓鼠（家中一只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拥有和中文名字一样独特的英文名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行走的冷酷巨蟹座，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ENTJ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冷幽默王者，六边形战士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拥有教师资格证、对外汉语教师资格证、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AHA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急救证、研学导师证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......</a:t>
            </a:r>
            <a:endParaRPr lang="en-US" altLang="zh-CN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854200"/>
            <a:ext cx="6061075" cy="37534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bldLvl="0" animBg="1"/>
      <p:bldP spid="8" grpId="0" bldLvl="0" animBg="1"/>
      <p:bldP spid="8" grpId="1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5650" y="352425"/>
            <a:ext cx="445833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/>
              <a:t>港澳微留学</a:t>
            </a:r>
            <a:r>
              <a:rPr lang="en-US" altLang="zh-CN" sz="2500" b="1"/>
              <a:t>5</a:t>
            </a:r>
            <a:r>
              <a:rPr lang="zh-CN" altLang="en-US" sz="2500" b="1"/>
              <a:t>大名校访学</a:t>
            </a:r>
            <a:endParaRPr lang="zh-CN" altLang="en-US" sz="2500" b="1"/>
          </a:p>
        </p:txBody>
      </p:sp>
      <p:sp>
        <p:nvSpPr>
          <p:cNvPr id="5" name="矩形 4"/>
          <p:cNvSpPr/>
          <p:nvPr/>
        </p:nvSpPr>
        <p:spPr>
          <a:xfrm>
            <a:off x="618490" y="447040"/>
            <a:ext cx="76200" cy="289560"/>
          </a:xfrm>
          <a:prstGeom prst="rect">
            <a:avLst/>
          </a:prstGeom>
          <a:solidFill>
            <a:srgbClr val="006CB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itle 3"/>
          <p:cNvSpPr txBox="1"/>
          <p:nvPr/>
        </p:nvSpPr>
        <p:spPr>
          <a:xfrm>
            <a:off x="8122920" y="1185545"/>
            <a:ext cx="4239260" cy="1249680"/>
          </a:xfrm>
          <a:prstGeom prst="rect">
            <a:avLst/>
          </a:prstGeom>
          <a:effectLst/>
        </p:spPr>
        <p:txBody>
          <a:bodyPr vert="horz" lIns="0" tIns="192024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i="0" kern="1200" spc="-1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en-US" altLang="zh-CN" sz="6000">
                <a:solidFill>
                  <a:srgbClr val="0068FF"/>
                </a:solidFill>
                <a:latin typeface="Impact" panose="020B0806030902050204" pitchFamily="34" charset="0"/>
              </a:rPr>
              <a:t>WHO  AM I ?</a:t>
            </a:r>
            <a:endParaRPr lang="en-US" sz="6000" dirty="0">
              <a:solidFill>
                <a:srgbClr val="0068FF"/>
              </a:solidFill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100" y="2752790"/>
            <a:ext cx="1025180" cy="2281970"/>
          </a:xfrm>
          <a:prstGeom prst="rect">
            <a:avLst/>
          </a:prstGeom>
          <a:solidFill>
            <a:srgbClr val="0058F7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endParaRPr lang="en-US" sz="1400" dirty="0">
              <a:latin typeface="微软雅黑" panose="020B0503020204020204" charset="-122"/>
              <a:ea typeface="微软雅黑" panose="020B0503020204020204" charset="-122"/>
              <a:cs typeface="Open Sans" panose="020B0606030504020204" charset="0"/>
            </a:endParaRPr>
          </a:p>
        </p:txBody>
      </p:sp>
      <p:sp>
        <p:nvSpPr>
          <p:cNvPr id="8" name="Freeform 35"/>
          <p:cNvSpPr/>
          <p:nvPr/>
        </p:nvSpPr>
        <p:spPr bwMode="auto">
          <a:xfrm>
            <a:off x="363956" y="3894017"/>
            <a:ext cx="306387" cy="247432"/>
          </a:xfrm>
          <a:custGeom>
            <a:avLst/>
            <a:gdLst>
              <a:gd name="T0" fmla="*/ 159 w 160"/>
              <a:gd name="T1" fmla="*/ 66 h 128"/>
              <a:gd name="T2" fmla="*/ 98 w 160"/>
              <a:gd name="T3" fmla="*/ 127 h 128"/>
              <a:gd name="T4" fmla="*/ 96 w 160"/>
              <a:gd name="T5" fmla="*/ 128 h 128"/>
              <a:gd name="T6" fmla="*/ 94 w 160"/>
              <a:gd name="T7" fmla="*/ 127 h 128"/>
              <a:gd name="T8" fmla="*/ 94 w 160"/>
              <a:gd name="T9" fmla="*/ 124 h 128"/>
              <a:gd name="T10" fmla="*/ 152 w 160"/>
              <a:gd name="T11" fmla="*/ 66 h 128"/>
              <a:gd name="T12" fmla="*/ 2 w 160"/>
              <a:gd name="T13" fmla="*/ 66 h 128"/>
              <a:gd name="T14" fmla="*/ 0 w 160"/>
              <a:gd name="T15" fmla="*/ 64 h 128"/>
              <a:gd name="T16" fmla="*/ 2 w 160"/>
              <a:gd name="T17" fmla="*/ 61 h 128"/>
              <a:gd name="T18" fmla="*/ 152 w 160"/>
              <a:gd name="T19" fmla="*/ 61 h 128"/>
              <a:gd name="T20" fmla="*/ 94 w 160"/>
              <a:gd name="T21" fmla="*/ 4 h 128"/>
              <a:gd name="T22" fmla="*/ 94 w 160"/>
              <a:gd name="T23" fmla="*/ 1 h 128"/>
              <a:gd name="T24" fmla="*/ 98 w 160"/>
              <a:gd name="T25" fmla="*/ 1 h 128"/>
              <a:gd name="T26" fmla="*/ 159 w 160"/>
              <a:gd name="T27" fmla="*/ 62 h 128"/>
              <a:gd name="T28" fmla="*/ 160 w 160"/>
              <a:gd name="T29" fmla="*/ 63 h 128"/>
              <a:gd name="T30" fmla="*/ 160 w 160"/>
              <a:gd name="T31" fmla="*/ 63 h 128"/>
              <a:gd name="T32" fmla="*/ 160 w 160"/>
              <a:gd name="T33" fmla="*/ 63 h 128"/>
              <a:gd name="T34" fmla="*/ 160 w 160"/>
              <a:gd name="T35" fmla="*/ 64 h 128"/>
              <a:gd name="T36" fmla="*/ 159 w 160"/>
              <a:gd name="T37" fmla="*/ 6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0" h="128">
                <a:moveTo>
                  <a:pt x="159" y="66"/>
                </a:moveTo>
                <a:cubicBezTo>
                  <a:pt x="98" y="127"/>
                  <a:pt x="98" y="127"/>
                  <a:pt x="98" y="127"/>
                </a:cubicBezTo>
                <a:cubicBezTo>
                  <a:pt x="97" y="128"/>
                  <a:pt x="97" y="128"/>
                  <a:pt x="96" y="128"/>
                </a:cubicBezTo>
                <a:cubicBezTo>
                  <a:pt x="95" y="128"/>
                  <a:pt x="95" y="128"/>
                  <a:pt x="94" y="127"/>
                </a:cubicBezTo>
                <a:cubicBezTo>
                  <a:pt x="93" y="126"/>
                  <a:pt x="93" y="125"/>
                  <a:pt x="94" y="124"/>
                </a:cubicBezTo>
                <a:cubicBezTo>
                  <a:pt x="152" y="66"/>
                  <a:pt x="152" y="66"/>
                  <a:pt x="152" y="66"/>
                </a:cubicBezTo>
                <a:cubicBezTo>
                  <a:pt x="2" y="66"/>
                  <a:pt x="2" y="66"/>
                  <a:pt x="2" y="66"/>
                </a:cubicBezTo>
                <a:cubicBezTo>
                  <a:pt x="1" y="66"/>
                  <a:pt x="0" y="65"/>
                  <a:pt x="0" y="64"/>
                </a:cubicBezTo>
                <a:cubicBezTo>
                  <a:pt x="0" y="63"/>
                  <a:pt x="1" y="61"/>
                  <a:pt x="2" y="61"/>
                </a:cubicBezTo>
                <a:cubicBezTo>
                  <a:pt x="152" y="61"/>
                  <a:pt x="152" y="61"/>
                  <a:pt x="152" y="61"/>
                </a:cubicBezTo>
                <a:cubicBezTo>
                  <a:pt x="94" y="4"/>
                  <a:pt x="94" y="4"/>
                  <a:pt x="94" y="4"/>
                </a:cubicBezTo>
                <a:cubicBezTo>
                  <a:pt x="93" y="3"/>
                  <a:pt x="93" y="2"/>
                  <a:pt x="94" y="1"/>
                </a:cubicBezTo>
                <a:cubicBezTo>
                  <a:pt x="95" y="0"/>
                  <a:pt x="97" y="0"/>
                  <a:pt x="98" y="1"/>
                </a:cubicBezTo>
                <a:cubicBezTo>
                  <a:pt x="159" y="62"/>
                  <a:pt x="159" y="62"/>
                  <a:pt x="159" y="62"/>
                </a:cubicBezTo>
                <a:cubicBezTo>
                  <a:pt x="159" y="62"/>
                  <a:pt x="160" y="62"/>
                  <a:pt x="160" y="63"/>
                </a:cubicBezTo>
                <a:cubicBezTo>
                  <a:pt x="160" y="63"/>
                  <a:pt x="160" y="63"/>
                  <a:pt x="160" y="63"/>
                </a:cubicBezTo>
                <a:cubicBezTo>
                  <a:pt x="160" y="63"/>
                  <a:pt x="160" y="63"/>
                  <a:pt x="160" y="63"/>
                </a:cubicBezTo>
                <a:cubicBezTo>
                  <a:pt x="160" y="64"/>
                  <a:pt x="160" y="64"/>
                  <a:pt x="160" y="64"/>
                </a:cubicBezTo>
                <a:cubicBezTo>
                  <a:pt x="160" y="65"/>
                  <a:pt x="160" y="65"/>
                  <a:pt x="159" y="66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dirty="0">
              <a:latin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35570" y="2435225"/>
            <a:ext cx="4160520" cy="1938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XXXX</a:t>
            </a:r>
            <a:endParaRPr 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可以描述自己的优势，性格，爱好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以及对营员的期待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词汇活泼，有特点，总结性的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accel="50000" decel="5000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mph" presetSubtype="0" accel="50000" decel="50000" autoRev="1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bldLvl="0" animBg="1"/>
      <p:bldP spid="8" grpId="0" bldLvl="0" animBg="1"/>
      <p:bldP spid="8" grpId="1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ZTRjNWI4NTAzNjZlZGMzNDkxNTI2MWYxMDJiZGY4YT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WPS 演示</Application>
  <PresentationFormat>宽屏</PresentationFormat>
  <Paragraphs>19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Impact</vt:lpstr>
      <vt:lpstr>Open Sans</vt:lpstr>
      <vt:lpstr>Arial Unicode MS</vt:lpstr>
      <vt:lpstr>Calibri</vt:lpstr>
      <vt:lpstr>Segoe Print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WPS_1756657527</cp:lastModifiedBy>
  <cp:revision>163</cp:revision>
  <dcterms:created xsi:type="dcterms:W3CDTF">2019-06-19T02:08:00Z</dcterms:created>
  <dcterms:modified xsi:type="dcterms:W3CDTF">2026-06-24T14:45:52Z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9132C8B0E6BC4AFB8C50FF09CB6F4CC0_11</vt:lpwstr>
  </property>
</Properties>
</file>